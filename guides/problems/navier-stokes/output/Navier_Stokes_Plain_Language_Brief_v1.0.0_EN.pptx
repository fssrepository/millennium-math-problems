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907942-D42F-4816-93BA-2F40AC274E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83D675-F391-4EF5-9E07-B42988D08A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34F48C-4E10-4C11-AEE4-1653A7BEF6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FBD512-8EEA-4EAF-925C-DABA76A995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C016C1-5B4F-4947-AE72-70D746F3E7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4A8EEE-1569-497D-AE61-256714DFD1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3B9442-8A2E-43B4-B45C-FA52D228DA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563CDA-A129-456A-88D2-F9B7CC5972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0370E8-19B0-4320-87C8-ED355E7FF7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AEB203-BB66-4D3F-BB60-7FF02F9922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8DBE03-CA01-4343-AD1A-4F31702FE4F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D8EC2F-7A72-4CCF-8323-BEB40C0E66C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191B2E1-7AD3-432E-897F-949AB619953E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2026-08-02T23:19:11Z</dcterms:created>
  <dc:creator/>
  <dc:description/>
  <dc:language>en-US</dc:language>
  <cp:lastModifiedBy/>
  <dcterms:modified xsi:type="dcterms:W3CDTF">2026-08-02T23:19:11Z</dcterms:modified>
  <cp:revision>1</cp:revision>
  <dc:subject/>
  <dc:title/>
</cp:coreProperties>
</file>