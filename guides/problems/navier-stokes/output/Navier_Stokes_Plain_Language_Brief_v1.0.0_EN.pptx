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CAE0E28-F0CF-428F-A6B1-DCDF94FC6FA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2A216B4-9C01-4740-BFEA-03F5FCBE80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D9401A1-E728-4917-A265-7F599C47510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900D387-E108-4668-853B-129D5C2034D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2121001-C841-420C-957B-640BE712752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EBD48DA-2954-4E8C-AA98-370D3135AA0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735B52D-AE0F-4845-8890-43DF466E95F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FB4358D-2C21-496F-91B4-B7AFDD2937B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92ABB12-0C00-47AE-90BB-4980629448F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16BB571-E0AA-49AA-A59D-BCDB464E6D6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B19986D-4E72-49D7-869E-4B9E4B35A05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0E0CE3E-1932-4EDF-9A55-6457E8EA115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488548B7-1184-4787-B6B3-E4581F7E34DD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2026-08-02T23:50:31Z</dcterms:created>
  <dc:creator/>
  <dc:description/>
  <dc:language>en-US</dc:language>
  <cp:lastModifiedBy/>
  <dcterms:modified xsi:type="dcterms:W3CDTF">2026-08-02T23:50:31Z</dcterms:modified>
  <cp:revision>1</cp:revision>
  <dc:subject/>
  <dc:title/>
</cp:coreProperties>
</file>