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3A88482-D1C0-48E4-849C-93FDA4936D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8C2D22-9299-4003-865E-8D31725851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0CE148-5095-4448-BEC8-ED9AF369A0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37208B-1015-4F2B-A7D5-F3027ADD20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5E7CE9-2DD6-4E4D-ABED-0E29E88D87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215370-0C6A-4123-B4FA-C0FAA75B9B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FF82670-80AB-4FDA-95C7-B69A0198A4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FF6BEA-321E-4853-9050-19FBCB30BE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EF03D4A-0E60-408F-B325-04152CADD6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FE4C7A-F59E-4E12-8D68-0A0AB0606B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E4041F-C160-402D-A771-4C3012C92D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0A6944-ACF3-48DF-8A4C-B8455E11E9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87D5A54-EA10-497D-A910-F52B8950EFC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2026-08-04T07:00:04Z</dcterms:created>
  <dc:creator/>
  <dc:description/>
  <dc:language>en-US</dc:language>
  <cp:lastModifiedBy/>
  <dcterms:modified xsi:type="dcterms:W3CDTF">2026-08-04T07:00:04Z</dcterms:modified>
  <cp:revision>1</cp:revision>
  <dc:subject/>
  <dc:title/>
</cp:coreProperties>
</file>