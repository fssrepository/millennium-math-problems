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0CD007-8F45-471C-A55A-2A1A1B9B5B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CA862E-68BA-4CCB-BE7B-A53A4946E1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154EA-4CAD-45DC-9F3C-BBBA99D200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22681D-5749-4C3F-8D73-75E2AB05CB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706D5-B808-4A1F-8FF2-B28D5BE7EF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1DB135-C06F-47C0-9D0A-F0D7ACBD4C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88025-7B06-43EC-901E-9C290C93C5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679D69-AF49-42DB-84A9-486245D7FA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B2482-A303-4149-9E59-25CA002FF5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E5AC46-07F1-4121-ABC2-64AB66E78D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E16D42-8F7F-4FB9-A1E5-387E575927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E26105-F63E-43F0-922D-BAD2EB7D8C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92A47AB-399D-4C74-8B1F-4CBBB8E915D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2026-10-27T20:55:53Z</dcterms:created>
  <dc:creator/>
  <dc:description/>
  <dc:language>en-US</dc:language>
  <cp:lastModifiedBy/>
  <dcterms:modified xsi:type="dcterms:W3CDTF">2026-10-27T20:55:54Z</dcterms:modified>
  <cp:revision>1</cp:revision>
  <dc:subject/>
  <dc:title/>
</cp:coreProperties>
</file>