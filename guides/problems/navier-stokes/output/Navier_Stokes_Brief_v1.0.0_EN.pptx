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41DCCD8-9F96-4EE0-95B8-C8E16F48A7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F536E4D-0F7C-4AF1-95D1-211FEBD168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02B3AA3-AC82-45C5-92B5-6271878C44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8D0A62-7BEC-4175-94E2-F67E9D7B9A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C9C953-7F45-4F27-9F4C-305EC4C4F2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F5FDEBE-B8A2-4C9A-B878-ABC4A75ED1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5799FB2-CA48-4BE9-BBEE-E507C05FFF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C5D2328-5D8D-4E52-9160-D5E9A3151E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71A483-1672-40A5-A3F0-E24686B9B2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EFE308B-0143-40EE-9E18-99D7CFF964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B98B4DE-C2B8-443C-A043-0E19F389F2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BF5A211-533D-41CE-A0EB-6628744DAE8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86BB2AE-CDAD-4729-8F90-8019EFEDDB9C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2026-08-03T00:24:56Z</dcterms:created>
  <dc:creator/>
  <dc:description/>
  <dc:language>en-US</dc:language>
  <cp:lastModifiedBy/>
  <dcterms:modified xsi:type="dcterms:W3CDTF">2026-08-03T00:24:56Z</dcterms:modified>
  <cp:revision>1</cp:revision>
  <dc:subject/>
  <dc:title/>
</cp:coreProperties>
</file>