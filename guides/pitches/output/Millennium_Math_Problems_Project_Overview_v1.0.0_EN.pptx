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3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EC63E02-CEB6-4F42-A98E-0C2FBE86038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A4B31E2-6898-44AA-88CF-D56534133E9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9656AB8-388E-4454-9986-76C0A18C289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B20BD70-0E13-439D-B452-24B7CA34207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3188819-4BF6-442C-8F62-8F84EA1E8DA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B000A29-C0BC-4236-9BBD-0459C5047D7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D957D54-DCBC-4760-A9F9-95D89CAD0C8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C7938BE-001A-412D-99BF-564971402E4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DC212AB-565C-4786-8001-0A8D9353959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0EB3973-5E80-4E85-B973-4FDF749B1E7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086BEB1-C782-45AD-B21F-54656990B00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32543EA-5CDA-49B1-A6F9-E072A43AE78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F840AB2F-3F3F-4555-953B-21AA830FEB95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2026-08-02T23:21:26Z</dcterms:created>
  <dc:creator/>
  <dc:description/>
  <dc:language>en-US</dc:language>
  <cp:lastModifiedBy/>
  <dcterms:modified xsi:type="dcterms:W3CDTF">2026-08-02T23:21:26Z</dcterms:modified>
  <cp:revision>1</cp:revision>
  <dc:subject/>
  <dc:title/>
</cp:coreProperties>
</file>