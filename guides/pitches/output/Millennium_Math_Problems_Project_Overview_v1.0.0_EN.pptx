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B03175E-167B-408D-BDA4-98B73F15E6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FDD374-011A-4265-B12F-EB504B97D4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56B267-1BDB-4552-A4CE-2DF498F557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3916920-20DA-4AE9-BB9B-8FF3446037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5D7B31-5984-44FE-9697-ABDEB741FC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4E951D-066A-448C-BE9B-545D677087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802A158-370F-43B0-B2BE-48630D40E7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8AB623-09C9-40CD-9C98-A3304EA471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113BD8-164E-4742-93D5-219EA8F5D8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BE6982-E6B9-49D9-A4D5-02E11612C2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8A1EDEF-AD1C-4015-9E35-F9B00BBBAE6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4A98141-A6D9-4705-ADA4-FAB076D9FAB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399A567-A10B-4081-8D14-C977F1E3BB2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2026-08-02T23:39:34Z</dcterms:created>
  <dc:creator/>
  <dc:description/>
  <dc:language>en-US</dc:language>
  <cp:lastModifiedBy/>
  <dcterms:modified xsi:type="dcterms:W3CDTF">2026-08-02T23:39:34Z</dcterms:modified>
  <cp:revision>1</cp:revision>
  <dc:subject/>
  <dc:title/>
</cp:coreProperties>
</file>