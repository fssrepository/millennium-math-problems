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8C8F92-41CB-40CC-B1E0-1CBF824AB3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D5C4EB-C50E-4685-AC71-2B497B8578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D88305-71FA-4D46-BE70-95E0C1E7C4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95D1C5C-C2BA-40C8-97BC-DFBB080653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D418C7-D2EB-4D97-ACA6-B28476C44F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64613A-9462-49BF-A53F-D2556F9B85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BAF194B-EA8A-4AE5-A20D-1D4FF4EE40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2D38A1-2414-4044-96EA-D840D8BC84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846650-9CFC-4006-9D43-289C654FFF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3CB748-723D-4C8E-88ED-F7DEF9563E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1DBC8E-1F06-44A9-954A-1CD95A2E361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CBF15C-94BB-4567-BF80-9D946856C8F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301FA0D-A842-45D7-9EA2-F6EFBE4718B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2026-08-04T06:59:50Z</dcterms:created>
  <dc:creator/>
  <dc:description/>
  <dc:language>en-US</dc:language>
  <cp:lastModifiedBy/>
  <dcterms:modified xsi:type="dcterms:W3CDTF">2026-08-04T06:59:50Z</dcterms:modified>
  <cp:revision>1</cp:revision>
  <dc:subject/>
  <dc:title/>
</cp:coreProperties>
</file>