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4133D6-C34C-4A14-AB53-6F4F388DF0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3E6A8-444B-46A7-A37F-3EC632DDEE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482375-5B2A-4F0B-B7B9-CC9D2DD521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600D96-03C0-4CAB-A6AD-CC29907B90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358D2-C90C-4A03-983D-E1BEBC1EB7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11A7A0-A7A4-4E5A-8FE3-24A2D0667D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A696E8-F6E6-4B9A-A6AE-AE63BDDEC6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41999-0C39-4828-A4A4-18457F2A0F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2D55C2-DB53-4C25-BE99-7E5BA96007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6CC056-4759-4277-9462-6C6C15B7DE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75131F-1557-4FCE-8C17-BFADBAF8A0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05E568-6FDA-4FC5-86E4-F3ED16BB9E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E808B28-0228-4B8E-B132-69BBAC01C1F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2026-10-27T20:55:45Z</dcterms:created>
  <dc:creator/>
  <dc:description/>
  <dc:language>en-US</dc:language>
  <cp:lastModifiedBy/>
  <dcterms:modified xsi:type="dcterms:W3CDTF">2026-10-27T20:55:46Z</dcterms:modified>
  <cp:revision>1</cp:revision>
  <dc:subject/>
  <dc:title/>
</cp:coreProperties>
</file>